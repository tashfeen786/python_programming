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4630400" cy="8229600"/>
  <p:notesSz cx="8229600" cy="14630400"/>
  <p:embeddedFontLst>
    <p:embeddedFont>
      <p:font typeface="Platypi Medium"/>
      <p:regular r:id="rId18"/>
    </p:embeddedFont>
    <p:embeddedFont>
      <p:font typeface="Platypi Medium"/>
      <p:regular r:id="rId19"/>
    </p:embeddedFont>
    <p:embeddedFont>
      <p:font typeface="Platypi Medium"/>
      <p:regular r:id="rId20"/>
    </p:embeddedFont>
    <p:embeddedFont>
      <p:font typeface="Platypi Medium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2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01203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Lecture 04: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060978"/>
            <a:ext cx="7115889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Introduction to Python Variables and Data Types</a:t>
            </a:r>
            <a:endParaRPr lang="en-US" sz="4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90" y="4818698"/>
            <a:ext cx="1398746" cy="1398746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4560" y="228600"/>
            <a:ext cx="777240" cy="60876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77478"/>
            <a:ext cx="69937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Introduction to Variables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981569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/>
        </p:spPr>
      </p:sp>
      <p:sp>
        <p:nvSpPr>
          <p:cNvPr id="4" name="Text 2"/>
          <p:cNvSpPr/>
          <p:nvPr/>
        </p:nvSpPr>
        <p:spPr>
          <a:xfrm>
            <a:off x="972503" y="4066580"/>
            <a:ext cx="152757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1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1530906" y="39815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Containers for Data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30906" y="4471988"/>
            <a:ext cx="331243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Variables act as storage units for information in Python.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070157" y="3981569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/>
        </p:spPr>
      </p:sp>
      <p:sp>
        <p:nvSpPr>
          <p:cNvPr id="8" name="Text 6"/>
          <p:cNvSpPr/>
          <p:nvPr/>
        </p:nvSpPr>
        <p:spPr>
          <a:xfrm>
            <a:off x="5215414" y="4066580"/>
            <a:ext cx="219789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2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5807273" y="3981569"/>
            <a:ext cx="331243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Essential in Programming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807273" y="4826318"/>
            <a:ext cx="331243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They allow us to manipulate and work with data efficiently.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346525" y="3981569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/>
        </p:spPr>
      </p:sp>
      <p:sp>
        <p:nvSpPr>
          <p:cNvPr id="12" name="Text 10"/>
          <p:cNvSpPr/>
          <p:nvPr/>
        </p:nvSpPr>
        <p:spPr>
          <a:xfrm>
            <a:off x="9495473" y="4066580"/>
            <a:ext cx="21228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3</a:t>
            </a:r>
            <a:endParaRPr lang="en-US" sz="2650" dirty="0"/>
          </a:p>
        </p:txBody>
      </p:sp>
      <p:sp>
        <p:nvSpPr>
          <p:cNvPr id="13" name="Text 11"/>
          <p:cNvSpPr/>
          <p:nvPr/>
        </p:nvSpPr>
        <p:spPr>
          <a:xfrm>
            <a:off x="10083641" y="39815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Dynamic Nature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083641" y="4471988"/>
            <a:ext cx="331243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Python variables can hold different types of data.</a:t>
            </a:r>
            <a:endParaRPr lang="en-US" sz="175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24560" y="228600"/>
            <a:ext cx="777240" cy="6087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21412"/>
            <a:ext cx="969930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Naming Variables and Conventions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snake_case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78310"/>
            <a:ext cx="383131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Words separated by underscores. Example: user_name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186124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camelCase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186124" y="4578310"/>
            <a:ext cx="383131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First word lowercase, others capitalized. Example: userName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578459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PascalCase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578459" y="4578310"/>
            <a:ext cx="383131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All words capitalized. Example: UserName</a:t>
            </a:r>
            <a:endParaRPr lang="en-US" sz="17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24560" y="228600"/>
            <a:ext cx="777240" cy="6087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76613"/>
            <a:ext cx="1036486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Rules for Naming Variables in Python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639020"/>
            <a:ext cx="12602289" cy="4113847"/>
          </a:xfrm>
          <a:prstGeom prst="roundRect">
            <a:avLst>
              <a:gd name="adj" fmla="val 827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2646640"/>
            <a:ext cx="12585740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9533" y="2790349"/>
            <a:ext cx="373737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Rule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228153" y="2790349"/>
            <a:ext cx="373356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Description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422963" y="2790349"/>
            <a:ext cx="373737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Examples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01410" y="3296960"/>
            <a:ext cx="12585740" cy="137612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29533" y="3440668"/>
            <a:ext cx="373737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Start with a Letter or Underscore (_)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5228153" y="3440668"/>
            <a:ext cx="373356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Variable names must begin with a letter (A-Z or a-z) or an underscore (_).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422963" y="3440668"/>
            <a:ext cx="3737372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✅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highlight>
                  <a:srgbClr val="F3E3D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✅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highlight>
                  <a:srgbClr val="F3E3D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_name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801410" y="4673084"/>
            <a:ext cx="12585740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29533" y="4816793"/>
            <a:ext cx="373737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No Numbers at the Start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5228153" y="4816793"/>
            <a:ext cx="373356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Variable names cannot start with a number.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9422963" y="4816793"/>
            <a:ext cx="3737372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❌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highlight>
                  <a:srgbClr val="F3E3D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1name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801410" y="5686306"/>
            <a:ext cx="12585740" cy="105894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29533" y="5830014"/>
            <a:ext cx="373737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Alphanumeric Characters Only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5228153" y="5830014"/>
            <a:ext cx="373356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Names can only contain letters, numbers, and underscores.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9422963" y="5830014"/>
            <a:ext cx="3737372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✅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highlight>
                  <a:srgbClr val="F3E3D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name1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✅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highlight>
                  <a:srgbClr val="F3E3D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user_name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
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❌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highlight>
                  <a:srgbClr val="F3E3D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user-name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❌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highlight>
                  <a:srgbClr val="F3E3D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user$name</a:t>
            </a:r>
            <a:endParaRPr lang="en-US" sz="175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24560" y="228600"/>
            <a:ext cx="777240" cy="6087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1234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Contd. 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774752"/>
            <a:ext cx="12602289" cy="3842385"/>
          </a:xfrm>
          <a:prstGeom prst="roundRect">
            <a:avLst>
              <a:gd name="adj" fmla="val 88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2782372"/>
            <a:ext cx="12585740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9533" y="2926080"/>
            <a:ext cx="373737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Rule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228153" y="2926080"/>
            <a:ext cx="373356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Description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422963" y="2926080"/>
            <a:ext cx="373737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Examples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01410" y="3432691"/>
            <a:ext cx="12585740" cy="105894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29533" y="3576399"/>
            <a:ext cx="373737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Case-Sensitive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5228153" y="3576399"/>
            <a:ext cx="3733562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Variables are case-sensitive (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highlight>
                  <a:srgbClr val="F3E3D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and 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highlight>
                  <a:srgbClr val="F3E3D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are different).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422963" y="3576399"/>
            <a:ext cx="3737372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✅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highlight>
                  <a:srgbClr val="F3E3D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≠ 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highlight>
                  <a:srgbClr val="F3E3D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801410" y="4491633"/>
            <a:ext cx="12585740" cy="105894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29533" y="4635341"/>
            <a:ext cx="373737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No Reserved Keywords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5228153" y="4635341"/>
            <a:ext cx="3733562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Avoid using Python keywords like 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highlight>
                  <a:srgbClr val="F3E3D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, 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highlight>
                  <a:srgbClr val="F3E3D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, or 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highlight>
                  <a:srgbClr val="F3E3D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9422963" y="4635341"/>
            <a:ext cx="3737372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❌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highlight>
                  <a:srgbClr val="F3E3D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 = 10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801410" y="5550575"/>
            <a:ext cx="12585740" cy="105894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29533" y="5694283"/>
            <a:ext cx="373737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Readable and Descriptive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5228153" y="5694283"/>
            <a:ext cx="373356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Use meaningful names to improve code clarity.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9422963" y="5694283"/>
            <a:ext cx="3737372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✅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highlight>
                  <a:srgbClr val="F3E3D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total_price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
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❌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highlight>
                  <a:srgbClr val="F3E3D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tp</a:t>
            </a:r>
            <a:endParaRPr lang="en-US" sz="175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24560" y="228600"/>
            <a:ext cx="777240" cy="6087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68561"/>
            <a:ext cx="111422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Creating Variables and Assigning Values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917502"/>
            <a:ext cx="1134070" cy="18145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68022" y="2144316"/>
            <a:ext cx="302728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Assignment Operator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268022" y="2634734"/>
            <a:ext cx="111280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Use '=' to assign values to variables.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3732014"/>
            <a:ext cx="1134070" cy="181451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268022" y="39588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Examples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2268022" y="4449247"/>
            <a:ext cx="111280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x = 10, name = 'Alice', is_active = True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546527"/>
            <a:ext cx="1134070" cy="181451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268022" y="57733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Dynamic Typing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2268022" y="6263759"/>
            <a:ext cx="111280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Python automatically determines the variable's data type.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4560" y="228600"/>
            <a:ext cx="777240" cy="6087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5534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 Type: Integer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804285"/>
            <a:ext cx="4049554" cy="1669852"/>
          </a:xfrm>
          <a:prstGeom prst="roundRect">
            <a:avLst>
              <a:gd name="adj" fmla="val 2038"/>
            </a:avLst>
          </a:prstGeom>
          <a:solidFill>
            <a:srgbClr val="F9F7F7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40310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Definition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4521517"/>
            <a:ext cx="35959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Integers represent whole numbers in Python.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070157" y="3804285"/>
            <a:ext cx="4049554" cy="1669852"/>
          </a:xfrm>
          <a:prstGeom prst="roundRect">
            <a:avLst>
              <a:gd name="adj" fmla="val 2038"/>
            </a:avLst>
          </a:prstGeom>
          <a:solidFill>
            <a:srgbClr val="F9F7F7"/>
          </a:solidFill>
          <a:ln/>
        </p:spPr>
      </p:sp>
      <p:sp>
        <p:nvSpPr>
          <p:cNvPr id="7" name="Text 5"/>
          <p:cNvSpPr/>
          <p:nvPr/>
        </p:nvSpPr>
        <p:spPr>
          <a:xfrm>
            <a:off x="5296972" y="40310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Examples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96972" y="4521517"/>
            <a:ext cx="35959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1, -5, 100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346525" y="3804285"/>
            <a:ext cx="4049554" cy="1669852"/>
          </a:xfrm>
          <a:prstGeom prst="roundRect">
            <a:avLst>
              <a:gd name="adj" fmla="val 2038"/>
            </a:avLst>
          </a:prstGeom>
          <a:solidFill>
            <a:srgbClr val="F9F7F7"/>
          </a:solidFill>
          <a:ln/>
        </p:spPr>
      </p:sp>
      <p:sp>
        <p:nvSpPr>
          <p:cNvPr id="10" name="Text 8"/>
          <p:cNvSpPr/>
          <p:nvPr/>
        </p:nvSpPr>
        <p:spPr>
          <a:xfrm>
            <a:off x="9573339" y="40310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Usage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573339" y="4521517"/>
            <a:ext cx="35959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Used for counting, indexing, and mathematical operations.</a:t>
            </a:r>
            <a:endParaRPr lang="en-US" sz="17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24560" y="228600"/>
            <a:ext cx="777240" cy="60876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8532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 Type: Float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634264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4280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Decimal Numbers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918472"/>
            <a:ext cx="397394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Floats represent numbers with decimal points.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7900" y="3634264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07900" y="44280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Precision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107900" y="4918472"/>
            <a:ext cx="397394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Used for more precise calculations.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2011" y="3634264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422011" y="44280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Examples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422011" y="4918472"/>
            <a:ext cx="397406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3.14, -0.001, 10.0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4560" y="228600"/>
            <a:ext cx="777240" cy="60876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18694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 Type: String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49103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/>
        </p:spPr>
      </p:sp>
      <p:sp>
        <p:nvSpPr>
          <p:cNvPr id="5" name="Text 2"/>
          <p:cNvSpPr/>
          <p:nvPr/>
        </p:nvSpPr>
        <p:spPr>
          <a:xfrm>
            <a:off x="972503" y="3576042"/>
            <a:ext cx="152757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34910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Definition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3981450"/>
            <a:ext cx="292774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Strings are sequences of characters in Python.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5467" y="349103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/>
        </p:spPr>
      </p:sp>
      <p:sp>
        <p:nvSpPr>
          <p:cNvPr id="9" name="Text 6"/>
          <p:cNvSpPr/>
          <p:nvPr/>
        </p:nvSpPr>
        <p:spPr>
          <a:xfrm>
            <a:off x="4830723" y="3576042"/>
            <a:ext cx="219789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422583" y="34910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Enclosure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22583" y="3981450"/>
            <a:ext cx="292774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Enclosed in single or double quotes.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518922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/>
        </p:spPr>
      </p:sp>
      <p:sp>
        <p:nvSpPr>
          <p:cNvPr id="13" name="Text 10"/>
          <p:cNvSpPr/>
          <p:nvPr/>
        </p:nvSpPr>
        <p:spPr>
          <a:xfrm>
            <a:off x="942737" y="5274231"/>
            <a:ext cx="21228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530906" y="51892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Examples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530906" y="5679638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'Hello', "Python", '123'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90286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 Type: Boolean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1786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Definition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759762"/>
            <a:ext cx="60244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Booleans represent True or False values in Python.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379256" y="41786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Usage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79256" y="4759762"/>
            <a:ext cx="60244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Essential for decision-making and conditional statements.</a:t>
            </a:r>
            <a:endParaRPr lang="en-US" sz="17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24560" y="228600"/>
            <a:ext cx="777240" cy="60876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0691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Summary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169325"/>
            <a:ext cx="4200763" cy="907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604" y="44167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Variables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20604" y="4907161"/>
            <a:ext cx="37471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Explored how to create and use variables as containers for storing data in Python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4553" y="3169325"/>
            <a:ext cx="4200763" cy="907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21367" y="4416743"/>
            <a:ext cx="29020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Naming Conventions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21367" y="4907161"/>
            <a:ext cx="37471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Learned proper naming rules and best practices like snake_case and camelCase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5316" y="3169325"/>
            <a:ext cx="4200763" cy="9072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422130" y="44167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 Types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422130" y="4907161"/>
            <a:ext cx="37471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Covered fundamental types: integers, floats, strings, and booleans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4560" y="228600"/>
            <a:ext cx="777240" cy="6087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2025-01-21T06:54:36Z</dcterms:created>
  <dcterms:modified xsi:type="dcterms:W3CDTF">2025-01-21T06:54:36Z</dcterms:modified>
</cp:coreProperties>
</file>