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latypi Medium"/>
      <p:regular r:id="rId17"/>
    </p:embeddedFont>
    <p:embeddedFont>
      <p:font typeface="Platypi Medium"/>
      <p:regular r:id="rId18"/>
    </p:embeddedFont>
    <p:embeddedFont>
      <p:font typeface="Platypi Medium"/>
      <p:regular r:id="rId19"/>
    </p:embeddedFont>
    <p:embeddedFont>
      <p:font typeface="Platypi Medium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664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Lecture 06: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154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Python Loops</a:t>
            </a:r>
            <a:endParaRPr lang="en-US" sz="4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4464367"/>
            <a:ext cx="1398746" cy="139874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54643"/>
            <a:ext cx="61324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Introduction to Loops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15873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972503" y="4243745"/>
            <a:ext cx="15275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4158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Repeated Execution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4649153"/>
            <a:ext cx="33124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Loops enable repeated execution of code blocks.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70157" y="415873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8" name="Text 6"/>
          <p:cNvSpPr/>
          <p:nvPr/>
        </p:nvSpPr>
        <p:spPr>
          <a:xfrm>
            <a:off x="5215414" y="4243745"/>
            <a:ext cx="2197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807273" y="4158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Use Cases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07273" y="4649153"/>
            <a:ext cx="33124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Used for processing collections and automating tasks.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346525" y="415873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9495473" y="4243745"/>
            <a:ext cx="21228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083641" y="4158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Benefits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83641" y="4649153"/>
            <a:ext cx="33124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Enhances efficiency, simplicity, and flexibility in programming.</a:t>
            </a:r>
            <a:endParaRPr lang="en-US" sz="17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986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For Loops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61078"/>
            <a:ext cx="4049554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Basic Syntax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578310"/>
            <a:ext cx="35959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Iterates over sequences like lists, strings, and dictionaries.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070157" y="3861078"/>
            <a:ext cx="4049554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5296972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Enumerate()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96972" y="4578310"/>
            <a:ext cx="35959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Provides an index automatically in for loops.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346525" y="3861078"/>
            <a:ext cx="4049554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9573339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Dictionary Iteration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73339" y="4578310"/>
            <a:ext cx="35959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Loop over keys or key-value pairs in dictionaries.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553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While Loops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04285"/>
            <a:ext cx="4049554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Condition-Based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521517"/>
            <a:ext cx="35959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Repeats execution while a condition is True.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070157" y="3804285"/>
            <a:ext cx="4049554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5296972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Unknown Iterations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96972" y="4521517"/>
            <a:ext cx="35959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Used when the number of iterations is unknown.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346525" y="3804285"/>
            <a:ext cx="4049554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9573339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Example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73339" y="4521517"/>
            <a:ext cx="35959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count = 0 while count &lt; 5: print(count) count += 1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55344"/>
            <a:ext cx="70299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Loop Control Statements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04285"/>
            <a:ext cx="4049554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Break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521517"/>
            <a:ext cx="35959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Exits loop immediately.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070157" y="3804285"/>
            <a:ext cx="4049554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5296972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Continue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96972" y="4521517"/>
            <a:ext cx="35959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Skips current iteration.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346525" y="3804285"/>
            <a:ext cx="4049554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9573339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Else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73339" y="4521517"/>
            <a:ext cx="35959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Executes if loop completes normally.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3033"/>
            <a:ext cx="84258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Advanced Looping Techniques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118711" y="2451973"/>
            <a:ext cx="30480" cy="4374475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1358622" y="2947035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878800" y="27071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1057513" y="2792135"/>
            <a:ext cx="15275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2381488" y="2678787"/>
            <a:ext cx="29470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List Comprehensions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81488" y="3169206"/>
            <a:ext cx="110145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Concise way to process data in one line.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358622" y="4480798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878800" y="424088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11" name="Text 9"/>
          <p:cNvSpPr/>
          <p:nvPr/>
        </p:nvSpPr>
        <p:spPr>
          <a:xfrm>
            <a:off x="1024057" y="4325898"/>
            <a:ext cx="2197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2381488" y="4212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Zip()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81488" y="4702969"/>
            <a:ext cx="110145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Iterate over multiple lists simultaneously.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358622" y="6014561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878800" y="577465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27748" y="5859661"/>
            <a:ext cx="21228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2381488" y="5746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Itertools.cycle()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81488" y="6236732"/>
            <a:ext cx="110145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Cycles through a sequence indefinitely.</a:t>
            </a:r>
            <a:endParaRPr lang="en-US" sz="17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041" y="558641"/>
            <a:ext cx="12685038" cy="599003"/>
          </a:xfrm>
          <a:prstGeom prst="roundRect">
            <a:avLst>
              <a:gd name="adj" fmla="val 508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8661" y="566261"/>
            <a:ext cx="12669798" cy="5837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21901" y="695682"/>
            <a:ext cx="2757368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Feature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093131" y="695682"/>
            <a:ext cx="2753558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Syntax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260550" y="695682"/>
            <a:ext cx="2753558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Purpose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427970" y="695682"/>
            <a:ext cx="2757368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Notes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1041" y="1386126"/>
            <a:ext cx="12685038" cy="923925"/>
          </a:xfrm>
          <a:prstGeom prst="roundRect">
            <a:avLst>
              <a:gd name="adj" fmla="val 32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8661" y="1393746"/>
            <a:ext cx="12669798" cy="9086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21901" y="1523167"/>
            <a:ext cx="2757368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for Loop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093131" y="1523167"/>
            <a:ext cx="2753558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iterable: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260550" y="1523167"/>
            <a:ext cx="2753558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Iterate over elements in a sequence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427970" y="1523167"/>
            <a:ext cx="2757368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Ideal when the number of iterations is known.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11041" y="2538532"/>
            <a:ext cx="12685038" cy="1248847"/>
          </a:xfrm>
          <a:prstGeom prst="roundRect">
            <a:avLst>
              <a:gd name="adj" fmla="val 244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8661" y="2546152"/>
            <a:ext cx="12669798" cy="12336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21901" y="2675573"/>
            <a:ext cx="2757368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while Loop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093131" y="2675573"/>
            <a:ext cx="2753558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condition: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260550" y="2675573"/>
            <a:ext cx="2753558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Repeat until the condition becomes </a:t>
            </a:r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427970" y="2675573"/>
            <a:ext cx="2757368" cy="974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Watch out for infinite loops if the condition never becomes false.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11041" y="4015859"/>
            <a:ext cx="12685038" cy="969645"/>
          </a:xfrm>
          <a:prstGeom prst="roundRect">
            <a:avLst>
              <a:gd name="adj" fmla="val 314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8661" y="4023479"/>
            <a:ext cx="12669798" cy="9544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21901" y="4152900"/>
            <a:ext cx="2757368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break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093131" y="4152900"/>
            <a:ext cx="2753558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(inside loop) </a:t>
            </a:r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condition: break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260550" y="4152900"/>
            <a:ext cx="2753558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Immediately exit the current loop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427970" y="4152900"/>
            <a:ext cx="2757368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Only affects the innermost loop in nested loops.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11041" y="5213985"/>
            <a:ext cx="12685038" cy="969645"/>
          </a:xfrm>
          <a:prstGeom prst="roundRect">
            <a:avLst>
              <a:gd name="adj" fmla="val 314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661" y="5221605"/>
            <a:ext cx="12669798" cy="9544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21901" y="5351026"/>
            <a:ext cx="2757368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continue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093131" y="5351026"/>
            <a:ext cx="2753558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(inside loop) </a:t>
            </a:r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condition: continue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260550" y="5351026"/>
            <a:ext cx="2753558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Skip the current iteration and continue the loop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0427970" y="5351026"/>
            <a:ext cx="2757368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Moves on to the next iteration immediately.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711041" y="6412111"/>
            <a:ext cx="12685038" cy="1271707"/>
          </a:xfrm>
          <a:prstGeom prst="roundRect">
            <a:avLst>
              <a:gd name="adj" fmla="val 239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8661" y="6419731"/>
            <a:ext cx="12669798" cy="12564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21901" y="6549152"/>
            <a:ext cx="2757368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else (Loop End)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4093131" y="6549152"/>
            <a:ext cx="2753558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for/while loop ...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4093131" y="7018734"/>
            <a:ext cx="2753558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7260550" y="6549152"/>
            <a:ext cx="2753558" cy="99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Executes when the loop finishes without a </a:t>
            </a:r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statement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10427970" y="6549152"/>
            <a:ext cx="2757368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Useful for confirming if a loop ran completely.</a:t>
            </a:r>
            <a:endParaRPr lang="en-US" sz="155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6025277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Best Practices for Loops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26087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Simplicity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026087" y="2236113"/>
            <a:ext cx="11369993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Keep loops simple and readable.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26087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Naming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2026087" y="3451860"/>
            <a:ext cx="11369993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 meaningful variable names.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26087" y="4229576"/>
            <a:ext cx="2562939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Comment Your Code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2026087" y="4667607"/>
            <a:ext cx="11369993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Document complex loop logic and conditions.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26087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Built-in Functions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2026087" y="5883354"/>
            <a:ext cx="11369993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Utilize enumerate(), zip(), and itertools.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26087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Safety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2026087" y="7099102"/>
            <a:ext cx="11369993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Guard against infinite loops.</a:t>
            </a:r>
            <a:endParaRPr lang="en-US" sz="15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098" y="618649"/>
            <a:ext cx="6797873" cy="700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Mastering Python Loops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106329" y="1768197"/>
            <a:ext cx="30480" cy="5842635"/>
          </a:xfrm>
          <a:prstGeom prst="roundRect">
            <a:avLst>
              <a:gd name="adj" fmla="val 110401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1343442" y="2257544"/>
            <a:ext cx="785098" cy="30480"/>
          </a:xfrm>
          <a:prstGeom prst="roundRect">
            <a:avLst>
              <a:gd name="adj" fmla="val 110401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869216" y="2020491"/>
            <a:ext cx="504706" cy="504706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1046024" y="2104549"/>
            <a:ext cx="151090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355294" y="1992511"/>
            <a:ext cx="2804160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Understand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55294" y="2477453"/>
            <a:ext cx="11040785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Grasp loop concepts and syntax.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343442" y="3774281"/>
            <a:ext cx="785098" cy="30480"/>
          </a:xfrm>
          <a:prstGeom prst="roundRect">
            <a:avLst>
              <a:gd name="adj" fmla="val 110401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869216" y="3537228"/>
            <a:ext cx="504706" cy="504706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11" name="Text 9"/>
          <p:cNvSpPr/>
          <p:nvPr/>
        </p:nvSpPr>
        <p:spPr>
          <a:xfrm>
            <a:off x="1012805" y="3621286"/>
            <a:ext cx="217408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355294" y="3509248"/>
            <a:ext cx="2804160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Practice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55294" y="3994190"/>
            <a:ext cx="11040785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Implement various loop types in your code.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343442" y="5291018"/>
            <a:ext cx="785098" cy="30480"/>
          </a:xfrm>
          <a:prstGeom prst="roundRect">
            <a:avLst>
              <a:gd name="adj" fmla="val 110401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869216" y="5053965"/>
            <a:ext cx="504706" cy="504706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496" y="5138023"/>
            <a:ext cx="210026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355294" y="5025985"/>
            <a:ext cx="2804160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Optimize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55294" y="5510927"/>
            <a:ext cx="11040785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Refine your loops for efficiency and readability.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343442" y="6807756"/>
            <a:ext cx="785098" cy="30480"/>
          </a:xfrm>
          <a:prstGeom prst="roundRect">
            <a:avLst>
              <a:gd name="adj" fmla="val 110401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869216" y="6570702"/>
            <a:ext cx="504706" cy="504706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21" name="Text 19"/>
          <p:cNvSpPr/>
          <p:nvPr/>
        </p:nvSpPr>
        <p:spPr>
          <a:xfrm>
            <a:off x="1009471" y="6654760"/>
            <a:ext cx="224195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355294" y="6542723"/>
            <a:ext cx="2804160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Innovate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355294" y="7027664"/>
            <a:ext cx="11040785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Explore advanced techniques for complex problems.</a:t>
            </a:r>
            <a:endParaRPr lang="en-US" sz="17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88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Summary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66373"/>
            <a:ext cx="396835" cy="396835"/>
          </a:xfrm>
          <a:prstGeom prst="roundRect">
            <a:avLst>
              <a:gd name="adj" fmla="val 8574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1417439" y="33663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Loop Types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439" y="3856792"/>
            <a:ext cx="55641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For loops iterate sequences, while loops repeat on conditions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208401" y="3366373"/>
            <a:ext cx="396835" cy="396835"/>
          </a:xfrm>
          <a:prstGeom prst="roundRect">
            <a:avLst>
              <a:gd name="adj" fmla="val 8574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7832050" y="3366373"/>
            <a:ext cx="28776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Control Mechanisms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32050" y="3856792"/>
            <a:ext cx="55641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Break and continue statements control loop execution flow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064562"/>
            <a:ext cx="396835" cy="396835"/>
          </a:xfrm>
          <a:prstGeom prst="roundRect">
            <a:avLst>
              <a:gd name="adj" fmla="val 8574"/>
            </a:avLst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1417439" y="50645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Advanced Features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439" y="5554980"/>
            <a:ext cx="55641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List comprehensions, enumerate(), and zip() optimize coding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208401" y="5064562"/>
            <a:ext cx="396835" cy="396835"/>
          </a:xfrm>
          <a:prstGeom prst="roundRect">
            <a:avLst>
              <a:gd name="adj" fmla="val 8574"/>
            </a:avLst>
          </a:prstGeom>
          <a:solidFill>
            <a:srgbClr val="F9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7832050" y="50645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Best Practices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32050" y="5554980"/>
            <a:ext cx="55641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Write simple, well-named loops with proper safety checks</a:t>
            </a:r>
            <a:endParaRPr lang="en-US" sz="17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2025-02-19T11:09:48Z</dcterms:created>
  <dcterms:modified xsi:type="dcterms:W3CDTF">2025-02-19T11:09:48Z</dcterms:modified>
</cp:coreProperties>
</file>