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8229600" cx="14630400"/>
  <p:notesSz cx="8229600" cy="14630400"/>
  <p:embeddedFontLst>
    <p:embeddedFont>
      <p:font typeface="Platypi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4F4+FAAG1HUwypD2h/aoKV8Sx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Medium-regular.fntdata"/><Relationship Id="rId11" Type="http://schemas.openxmlformats.org/officeDocument/2006/relationships/slide" Target="slides/slide7.xml"/><Relationship Id="rId22" Type="http://schemas.openxmlformats.org/officeDocument/2006/relationships/font" Target="fonts/PlatypiMedium-italic.fntdata"/><Relationship Id="rId10" Type="http://schemas.openxmlformats.org/officeDocument/2006/relationships/slide" Target="slides/slide6.xml"/><Relationship Id="rId21" Type="http://schemas.openxmlformats.org/officeDocument/2006/relationships/font" Target="fonts/PlatypiMedium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typi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7596c507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27596c507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27596c507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33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13.png"/><Relationship Id="rId7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g327596c507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27596c5070_0_0"/>
          <p:cNvSpPr/>
          <p:nvPr/>
        </p:nvSpPr>
        <p:spPr>
          <a:xfrm>
            <a:off x="6280190" y="236648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02: </a:t>
            </a:r>
            <a:endParaRPr b="0" i="0" sz="4450" u="none" cap="none" strike="noStrike"/>
          </a:p>
        </p:txBody>
      </p:sp>
      <p:sp>
        <p:nvSpPr>
          <p:cNvPr id="63" name="Google Shape;63;g327596c5070_0_0"/>
          <p:cNvSpPr/>
          <p:nvPr/>
        </p:nvSpPr>
        <p:spPr>
          <a:xfrm>
            <a:off x="6280190" y="3415427"/>
            <a:ext cx="647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Python</a:t>
            </a:r>
            <a:endParaRPr b="0" i="0" sz="4450" u="none" cap="none" strike="noStrike"/>
          </a:p>
        </p:txBody>
      </p:sp>
      <p:pic>
        <p:nvPicPr>
          <p:cNvPr descr="preencoded.png" id="64" name="Google Shape;64;g327596c507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464367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g327596c507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6280190" y="8771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Anaconda?</a:t>
            </a:r>
            <a:endParaRPr b="0" i="0" sz="4450" u="none" cap="none" strike="noStrike"/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192607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6280190" y="27198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Distribution</a:t>
            </a:r>
            <a:endParaRPr b="0" i="0" sz="22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6280190" y="3210282"/>
            <a:ext cx="338780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Anaconda is a comprehensive Python distribution for data science and programming.</a:t>
            </a:r>
            <a:endParaRPr b="0" i="0" sz="1750" u="none" cap="none" strike="noStrike"/>
          </a:p>
        </p:txBody>
      </p:sp>
      <p:pic>
        <p:nvPicPr>
          <p:cNvPr descr="preencoded.png" id="76" name="Google Shape;7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8156" y="192607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/>
          <p:nvPr/>
        </p:nvSpPr>
        <p:spPr>
          <a:xfrm>
            <a:off x="10008156" y="27198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Pre-installed Tools</a:t>
            </a:r>
            <a:endParaRPr b="0" i="0" sz="220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10008156" y="3210282"/>
            <a:ext cx="338792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Includes Jupyter Notebook and essential libraries like NumPy and pandas.</a:t>
            </a:r>
            <a:endParaRPr b="0" i="0" sz="1750" u="none" cap="none" strike="noStrike"/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49794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6280190" y="57732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Quick Start</a:t>
            </a:r>
            <a:endParaRPr b="0" i="0" sz="220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6280190" y="6263640"/>
            <a:ext cx="338780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Enables rapid setup for Python programming and data analysis projects.</a:t>
            </a:r>
            <a:endParaRPr b="0" i="0" sz="1750" u="none" cap="none" strike="noStrike"/>
          </a:p>
        </p:txBody>
      </p:sp>
      <p:pic>
        <p:nvPicPr>
          <p:cNvPr descr="preencoded.png" id="82" name="Google Shape;8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683657" y="537448"/>
            <a:ext cx="4883825" cy="610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800"/>
              <a:buFont typeface="Platypi Medium"/>
              <a:buNone/>
            </a:pPr>
            <a:r>
              <a:rPr b="0" i="0" lang="en-US" sz="38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Installing Anaconda</a:t>
            </a:r>
            <a:endParaRPr b="0" i="0" sz="3800" u="none" cap="none" strike="noStrike"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657" y="1440894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1953339" y="1636157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Download</a:t>
            </a:r>
            <a:endParaRPr b="0" i="0" sz="19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1953339" y="2058472"/>
            <a:ext cx="1144274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Visit the official Anaconda website and download the installer.</a:t>
            </a:r>
            <a:endParaRPr b="0" i="0" sz="1500" u="none" cap="none" strike="noStrike"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657" y="3003709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1953339" y="3198971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 Installer</a:t>
            </a:r>
            <a:endParaRPr b="0" i="0" sz="1900" u="none" cap="none" strike="noStrike"/>
          </a:p>
        </p:txBody>
      </p:sp>
      <p:sp>
        <p:nvSpPr>
          <p:cNvPr id="94" name="Google Shape;94;p3"/>
          <p:cNvSpPr/>
          <p:nvPr/>
        </p:nvSpPr>
        <p:spPr>
          <a:xfrm>
            <a:off x="1953339" y="3621286"/>
            <a:ext cx="1144274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Launch the downloaded file and follow the installation wizard.</a:t>
            </a:r>
            <a:endParaRPr b="0" i="0" sz="1500" u="none" cap="none" strike="noStrike"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657" y="4566523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1953339" y="4761786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Configure</a:t>
            </a:r>
            <a:endParaRPr b="0" i="0" sz="19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1953339" y="5184100"/>
            <a:ext cx="1144274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Set up the environment variables and choose installation options.</a:t>
            </a:r>
            <a:endParaRPr b="0" i="0" sz="1500" u="none" cap="none" strike="noStrike"/>
          </a:p>
        </p:txBody>
      </p:sp>
      <p:pic>
        <p:nvPicPr>
          <p:cNvPr descr="preencoded.png" id="98" name="Google Shape;9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657" y="6129338"/>
            <a:ext cx="976670" cy="156281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1953339" y="6324600"/>
            <a:ext cx="2441853" cy="305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00"/>
              <a:buFont typeface="Platypi Medium"/>
              <a:buNone/>
            </a:pPr>
            <a:r>
              <a:rPr b="0" i="0" lang="en-US" sz="19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Finish</a:t>
            </a:r>
            <a:endParaRPr b="0" i="0" sz="19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1953339" y="6746915"/>
            <a:ext cx="1144274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Complete the installation and verify Anaconda is working correctly.</a:t>
            </a:r>
            <a:endParaRPr b="0" i="0" sz="1500" u="none" cap="none" strike="noStrike"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6280190" y="1988463"/>
            <a:ext cx="702540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Checking Python Version</a:t>
            </a:r>
            <a:endParaRPr b="0" i="0" sz="445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6280190" y="3037403"/>
            <a:ext cx="3444597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507004" y="32642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Command Prompt</a:t>
            </a:r>
            <a:endParaRPr b="0" i="0" sz="22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6507004" y="3754636"/>
            <a:ext cx="299096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Open your terminal or command prompt.</a:t>
            </a:r>
            <a:endParaRPr b="0" i="0" sz="175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9951601" y="3037403"/>
            <a:ext cx="3444597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10178415" y="32642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Enter Command</a:t>
            </a:r>
            <a:endParaRPr b="0" i="0" sz="22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10178415" y="3754636"/>
            <a:ext cx="299096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Type 'python --version' or 'python3 --version'.</a:t>
            </a:r>
            <a:endParaRPr b="0" i="0" sz="175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6280190" y="4934069"/>
            <a:ext cx="7115889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507004" y="516088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View Result</a:t>
            </a:r>
            <a:endParaRPr b="0" i="0" sz="22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6507004" y="5651302"/>
            <a:ext cx="666226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installed Python version will be displayed.</a:t>
            </a:r>
            <a:endParaRPr b="0" i="0" sz="1750" u="none" cap="none" strike="noStrike"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is an IDE?</a:t>
            </a:r>
            <a:endParaRPr b="0" i="0" sz="445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793790" y="4396859"/>
            <a:ext cx="602444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An IDE (Integrated Development Environment) is a software suite that consolidates basic tools for software development.</a:t>
            </a:r>
            <a:endParaRPr b="0" i="0" sz="17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379256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Benefits</a:t>
            </a:r>
            <a:endParaRPr b="0" i="0" sz="22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7379256" y="4396859"/>
            <a:ext cx="60244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IDEs offer code writing, debugging, and execution in one place. Examples include VS Code and PyCharm.</a:t>
            </a:r>
            <a:endParaRPr b="0" i="0" sz="1750" u="none" cap="none" strike="noStrike"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280190" y="2056328"/>
            <a:ext cx="658034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VSCode</a:t>
            </a:r>
            <a:endParaRPr b="0" i="0" sz="4450" u="none" cap="none" strike="noStrike"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3105269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6280190" y="3868341"/>
            <a:ext cx="214514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Ideal for Python</a:t>
            </a:r>
            <a:endParaRPr b="0" i="0" sz="220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6280190" y="4713089"/>
            <a:ext cx="214514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VSCode is an excellent choice for Python programming.</a:t>
            </a:r>
            <a:endParaRPr b="0" i="0" sz="1750" u="none" cap="none" strike="noStrike"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5500" y="3105269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8765500" y="3868341"/>
            <a:ext cx="214514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Extensions</a:t>
            </a:r>
            <a:endParaRPr b="0" i="0" sz="22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8765500" y="4358759"/>
            <a:ext cx="214514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Install Python extensions in VSCode for enhanced functionality.</a:t>
            </a:r>
            <a:endParaRPr b="0" i="0" sz="1750" u="none" cap="none" strike="noStrike"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50811" y="3105269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1250811" y="3868341"/>
            <a:ext cx="214514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Customization</a:t>
            </a:r>
            <a:endParaRPr b="0" i="0" sz="22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11250811" y="4358759"/>
            <a:ext cx="214514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Customize VSCode settings for optimal Python development.</a:t>
            </a:r>
            <a:endParaRPr b="0" i="0" sz="1750" u="none" cap="none" strike="noStrike"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6280190" y="14030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Installing VS Code</a:t>
            </a:r>
            <a:endParaRPr b="0" i="0" sz="445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6605111" y="2451973"/>
            <a:ext cx="30480" cy="4374475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845022" y="2947035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365200" y="27071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543913" y="279213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7867888" y="267878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Download</a:t>
            </a:r>
            <a:endParaRPr b="0" i="0" sz="22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867888" y="3169206"/>
            <a:ext cx="55281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Visit the official VS Code website.</a:t>
            </a:r>
            <a:endParaRPr b="0" i="0" sz="175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6845022" y="4480798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365200" y="424088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510457" y="4325898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7867888" y="4212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</a:t>
            </a:r>
            <a:endParaRPr b="0" i="0" sz="22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7867888" y="4702969"/>
            <a:ext cx="55281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 the installer and follow the setup wizard.</a:t>
            </a:r>
            <a:endParaRPr b="0" i="0" sz="175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6845022" y="6014561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365200" y="577465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514148" y="5859661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7867888" y="57463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Configure</a:t>
            </a:r>
            <a:endParaRPr b="0" i="0" sz="22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7867888" y="6236732"/>
            <a:ext cx="55281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Choose your preferred settings and extensions.</a:t>
            </a:r>
            <a:endParaRPr b="0" i="0" sz="1750" u="none" cap="none" strike="noStrike"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93790" y="3604617"/>
            <a:ext cx="1237880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Creating a Folder and Python File in VS Code</a:t>
            </a:r>
            <a:endParaRPr b="0" i="0" sz="445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793790" y="490870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972503" y="4993719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530906" y="4908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VS Code</a:t>
            </a:r>
            <a:endParaRPr b="0" i="0" sz="22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1530906" y="5399127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Launch Visual Studio Code on your computer.</a:t>
            </a:r>
            <a:endParaRPr b="0" i="0" sz="175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7428667" y="490870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7573923" y="4993719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8165783" y="4908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Create Folder</a:t>
            </a:r>
            <a:endParaRPr b="0" i="0" sz="22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8165783" y="5399127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File &gt; Open Folder to create a new project folder.</a:t>
            </a:r>
            <a:endParaRPr b="0" i="0" sz="175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793790" y="624399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42737" y="6329005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1530906" y="62439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New File</a:t>
            </a:r>
            <a:endParaRPr b="0" i="0" sz="220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1530906" y="6734413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Right-click in the explorer and select 'New File'.</a:t>
            </a:r>
            <a:endParaRPr b="0" i="0" sz="175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7428667" y="624399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570470" y="6329005"/>
            <a:ext cx="22657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8165783" y="62439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Name File</a:t>
            </a:r>
            <a:endParaRPr b="0" i="0" sz="220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8165783" y="673441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Name your file with a .py extension (e.g., 'hello_world.py').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6280190" y="885706"/>
            <a:ext cx="7115889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Program File Extension</a:t>
            </a:r>
            <a:endParaRPr b="0" i="0" sz="4450" u="none" cap="none" strike="noStrike"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643426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6280190" y="34372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.py Extension</a:t>
            </a:r>
            <a:endParaRPr b="0" i="0" sz="22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6280190" y="3927634"/>
            <a:ext cx="338780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files use the .py extension.</a:t>
            </a:r>
            <a:endParaRPr b="0" i="0" sz="1750" u="none" cap="none" strike="noStrike"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8156" y="2643426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10008156" y="34372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Identification</a:t>
            </a:r>
            <a:endParaRPr b="0" i="0" sz="220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10008156" y="3927634"/>
            <a:ext cx="338792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.py extension helps identify executable Python scripts.</a:t>
            </a:r>
            <a:endParaRPr b="0" i="0" sz="1750" u="none" cap="none" strike="noStrike"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3338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6280190" y="612767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6280190" y="6618089"/>
            <a:ext cx="338780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Common examples include 'hello_world.py' or 'script.py'.</a:t>
            </a:r>
            <a:endParaRPr b="0" i="0" sz="1750" u="none" cap="none" strike="noStrike"/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/>
          <p:nvPr/>
        </p:nvSpPr>
        <p:spPr>
          <a:xfrm>
            <a:off x="793790" y="3662720"/>
            <a:ext cx="119926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Installing the Python Extension in VS Code</a:t>
            </a:r>
            <a:endParaRPr b="0" i="0" sz="4450" u="none" cap="none" strike="noStrike"/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71166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1020604" y="5959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Extensions</a:t>
            </a:r>
            <a:endParaRPr b="0" i="0" sz="22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1020604" y="6449497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Click on the Extensions icon in the VS Code sidebar.</a:t>
            </a:r>
            <a:endParaRPr b="0" i="0" sz="1750" u="none" cap="none" strike="noStrike"/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357" y="471166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5368171" y="5959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Search Python</a:t>
            </a:r>
            <a:endParaRPr b="0" i="0" sz="220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5368171" y="6449497"/>
            <a:ext cx="389393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Type 'Python' in the search bar.</a:t>
            </a:r>
            <a:endParaRPr b="0" i="0" sz="1750" u="none" cap="none" strike="noStrike"/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8924" y="471166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9715738" y="59590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</a:t>
            </a:r>
            <a:endParaRPr b="0" i="0" sz="22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9715738" y="6449497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Click 'Install' on the official Python extension by Microsoft.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6280190" y="980718"/>
            <a:ext cx="7115889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Writing Your First Python Script</a:t>
            </a:r>
            <a:endParaRPr b="0" i="0" sz="4450" u="none" cap="none" strike="noStrike"/>
          </a:p>
        </p:txBody>
      </p:sp>
      <p:sp>
        <p:nvSpPr>
          <p:cNvPr id="234" name="Google Shape;234;p11"/>
          <p:cNvSpPr/>
          <p:nvPr/>
        </p:nvSpPr>
        <p:spPr>
          <a:xfrm>
            <a:off x="6280190" y="2738437"/>
            <a:ext cx="1185863" cy="1306949"/>
          </a:xfrm>
          <a:prstGeom prst="roundRect">
            <a:avLst>
              <a:gd fmla="val 28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507004" y="3165158"/>
            <a:ext cx="127278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20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7692866" y="29652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Editor</a:t>
            </a:r>
            <a:endParaRPr b="0" i="0" sz="2200" u="none" cap="none" strike="noStrike"/>
          </a:p>
        </p:txBody>
      </p:sp>
      <p:sp>
        <p:nvSpPr>
          <p:cNvPr id="237" name="Google Shape;237;p11"/>
          <p:cNvSpPr/>
          <p:nvPr/>
        </p:nvSpPr>
        <p:spPr>
          <a:xfrm>
            <a:off x="7692866" y="3455670"/>
            <a:ext cx="4533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Launch VSCode or your preferred text editor.</a:t>
            </a:r>
            <a:endParaRPr b="0" i="0" sz="1750" u="none" cap="none" strike="noStrike"/>
          </a:p>
        </p:txBody>
      </p:sp>
      <p:sp>
        <p:nvSpPr>
          <p:cNvPr id="238" name="Google Shape;238;p11"/>
          <p:cNvSpPr/>
          <p:nvPr/>
        </p:nvSpPr>
        <p:spPr>
          <a:xfrm>
            <a:off x="7579400" y="4030147"/>
            <a:ext cx="5703332" cy="15240"/>
          </a:xfrm>
          <a:prstGeom prst="roundRect">
            <a:avLst>
              <a:gd fmla="val 22325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6280190" y="4158734"/>
            <a:ext cx="237184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6507004" y="4585454"/>
            <a:ext cx="183118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200" u="none" cap="none" strike="noStrike"/>
          </a:p>
        </p:txBody>
      </p:sp>
      <p:sp>
        <p:nvSpPr>
          <p:cNvPr id="241" name="Google Shape;241;p11"/>
          <p:cNvSpPr/>
          <p:nvPr/>
        </p:nvSpPr>
        <p:spPr>
          <a:xfrm>
            <a:off x="8878848" y="4385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Write Code</a:t>
            </a:r>
            <a:endParaRPr b="0" i="0" sz="22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8878848" y="4875967"/>
            <a:ext cx="404538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Type print("Hello, World!") in the editor.</a:t>
            </a:r>
            <a:endParaRPr b="0" i="0" sz="1750" u="none" cap="none" strike="noStrike"/>
          </a:p>
        </p:txBody>
      </p:sp>
      <p:sp>
        <p:nvSpPr>
          <p:cNvPr id="243" name="Google Shape;243;p11"/>
          <p:cNvSpPr/>
          <p:nvPr/>
        </p:nvSpPr>
        <p:spPr>
          <a:xfrm>
            <a:off x="8765381" y="5450443"/>
            <a:ext cx="4517350" cy="15240"/>
          </a:xfrm>
          <a:prstGeom prst="roundRect">
            <a:avLst>
              <a:gd fmla="val 22325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280190" y="5579031"/>
            <a:ext cx="3557945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6507004" y="6187202"/>
            <a:ext cx="176927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20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10064948" y="58058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Save File</a:t>
            </a:r>
            <a:endParaRPr b="0" i="0" sz="2200" u="none" cap="none" strike="noStrike"/>
          </a:p>
        </p:txBody>
      </p:sp>
      <p:sp>
        <p:nvSpPr>
          <p:cNvPr id="247" name="Google Shape;247;p11"/>
          <p:cNvSpPr/>
          <p:nvPr/>
        </p:nvSpPr>
        <p:spPr>
          <a:xfrm>
            <a:off x="10064948" y="6296263"/>
            <a:ext cx="310431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Save the script with a .py extension.</a:t>
            </a:r>
            <a:endParaRPr b="0" i="0" sz="1750" u="none" cap="none" strike="noStrike"/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793790" y="2902863"/>
            <a:ext cx="708719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Executing Python Scripts</a:t>
            </a:r>
            <a:endParaRPr b="0" i="0" sz="4450" u="none" cap="none" strike="noStrike"/>
          </a:p>
        </p:txBody>
      </p:sp>
      <p:sp>
        <p:nvSpPr>
          <p:cNvPr id="255" name="Google Shape;255;p12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Command Line</a:t>
            </a:r>
            <a:endParaRPr b="0" i="0" sz="2200" u="none" cap="none" strike="noStrike"/>
          </a:p>
        </p:txBody>
      </p:sp>
      <p:sp>
        <p:nvSpPr>
          <p:cNvPr id="256" name="Google Shape;256;p12"/>
          <p:cNvSpPr/>
          <p:nvPr/>
        </p:nvSpPr>
        <p:spPr>
          <a:xfrm>
            <a:off x="793790" y="4759762"/>
            <a:ext cx="602444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 Python scripts from the command line interface.</a:t>
            </a:r>
            <a:endParaRPr b="0" i="0" sz="1750" u="none" cap="none" strike="noStrike"/>
          </a:p>
        </p:txBody>
      </p:sp>
      <p:sp>
        <p:nvSpPr>
          <p:cNvPr id="257" name="Google Shape;257;p12"/>
          <p:cNvSpPr/>
          <p:nvPr/>
        </p:nvSpPr>
        <p:spPr>
          <a:xfrm>
            <a:off x="7379256" y="41786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VSCode Execution</a:t>
            </a:r>
            <a:endParaRPr b="0" i="0" sz="2200" u="none" cap="none" strike="noStrike"/>
          </a:p>
        </p:txBody>
      </p:sp>
      <p:sp>
        <p:nvSpPr>
          <p:cNvPr id="258" name="Google Shape;258;p12"/>
          <p:cNvSpPr/>
          <p:nvPr/>
        </p:nvSpPr>
        <p:spPr>
          <a:xfrm>
            <a:off x="7379256" y="4759762"/>
            <a:ext cx="602444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Execute scripts directly within the VSCode environment.</a:t>
            </a:r>
            <a:endParaRPr b="0" i="0" sz="1750" u="none" cap="none" strike="noStrike"/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793790" y="1048703"/>
            <a:ext cx="12602289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Running Python Code from the Command Line</a:t>
            </a:r>
            <a:endParaRPr b="0" i="0" sz="4450" u="none" cap="none" strike="noStrike"/>
          </a:p>
        </p:txBody>
      </p:sp>
      <p:sp>
        <p:nvSpPr>
          <p:cNvPr id="266" name="Google Shape;266;p13"/>
          <p:cNvSpPr/>
          <p:nvPr/>
        </p:nvSpPr>
        <p:spPr>
          <a:xfrm>
            <a:off x="1118711" y="2806422"/>
            <a:ext cx="30480" cy="4374475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358622" y="3301484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878800" y="306157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057513" y="3146584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70" name="Google Shape;270;p13"/>
          <p:cNvSpPr/>
          <p:nvPr/>
        </p:nvSpPr>
        <p:spPr>
          <a:xfrm>
            <a:off x="2381488" y="30332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Terminal</a:t>
            </a:r>
            <a:endParaRPr b="0" i="0" sz="2200" u="none" cap="none" strike="noStrike"/>
          </a:p>
        </p:txBody>
      </p:sp>
      <p:sp>
        <p:nvSpPr>
          <p:cNvPr id="271" name="Google Shape;271;p13"/>
          <p:cNvSpPr/>
          <p:nvPr/>
        </p:nvSpPr>
        <p:spPr>
          <a:xfrm>
            <a:off x="2381488" y="3523655"/>
            <a:ext cx="110145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Launch your command line interface.</a:t>
            </a:r>
            <a:endParaRPr b="0" i="0" sz="1750" u="none" cap="none" strike="noStrike"/>
          </a:p>
        </p:txBody>
      </p:sp>
      <p:sp>
        <p:nvSpPr>
          <p:cNvPr id="272" name="Google Shape;272;p13"/>
          <p:cNvSpPr/>
          <p:nvPr/>
        </p:nvSpPr>
        <p:spPr>
          <a:xfrm>
            <a:off x="1358622" y="4835247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878800" y="459533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024057" y="4680347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75" name="Google Shape;275;p13"/>
          <p:cNvSpPr/>
          <p:nvPr/>
        </p:nvSpPr>
        <p:spPr>
          <a:xfrm>
            <a:off x="2381488" y="45669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Navigate</a:t>
            </a:r>
            <a:endParaRPr b="0" i="0" sz="2200" u="none" cap="none" strike="noStrike"/>
          </a:p>
        </p:txBody>
      </p:sp>
      <p:sp>
        <p:nvSpPr>
          <p:cNvPr id="276" name="Google Shape;276;p13"/>
          <p:cNvSpPr/>
          <p:nvPr/>
        </p:nvSpPr>
        <p:spPr>
          <a:xfrm>
            <a:off x="2381488" y="5057418"/>
            <a:ext cx="110145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cd command to reach your script's directory.</a:t>
            </a:r>
            <a:endParaRPr b="0" i="0" sz="1750" u="none" cap="none" strike="noStrike"/>
          </a:p>
        </p:txBody>
      </p:sp>
      <p:sp>
        <p:nvSpPr>
          <p:cNvPr id="277" name="Google Shape;277;p13"/>
          <p:cNvSpPr/>
          <p:nvPr/>
        </p:nvSpPr>
        <p:spPr>
          <a:xfrm>
            <a:off x="1358622" y="6369010"/>
            <a:ext cx="793790" cy="30480"/>
          </a:xfrm>
          <a:prstGeom prst="roundRect">
            <a:avLst>
              <a:gd fmla="val 111628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78800" y="612909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027748" y="6214110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80" name="Google Shape;280;p13"/>
          <p:cNvSpPr/>
          <p:nvPr/>
        </p:nvSpPr>
        <p:spPr>
          <a:xfrm>
            <a:off x="2381488" y="61007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Execute</a:t>
            </a:r>
            <a:endParaRPr b="0" i="0" sz="2200" u="none" cap="none" strike="noStrike"/>
          </a:p>
        </p:txBody>
      </p:sp>
      <p:sp>
        <p:nvSpPr>
          <p:cNvPr id="281" name="Google Shape;281;p13"/>
          <p:cNvSpPr/>
          <p:nvPr/>
        </p:nvSpPr>
        <p:spPr>
          <a:xfrm>
            <a:off x="2381488" y="6591181"/>
            <a:ext cx="1101459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 python filename.py to execute your script.</a:t>
            </a:r>
            <a:endParaRPr b="0" i="0" sz="1750" u="none" cap="none" strike="noStrike"/>
          </a:p>
        </p:txBody>
      </p:sp>
      <p:pic>
        <p:nvPicPr>
          <p:cNvPr descr="preencoded.png" id="282" name="Google Shape;2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793790" y="2854643"/>
            <a:ext cx="9056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Running Python Code in VSCode</a:t>
            </a:r>
            <a:endParaRPr b="0" i="0" sz="4450" u="none" cap="none" strike="noStrike"/>
          </a:p>
        </p:txBody>
      </p:sp>
      <p:sp>
        <p:nvSpPr>
          <p:cNvPr id="289" name="Google Shape;289;p14"/>
          <p:cNvSpPr/>
          <p:nvPr/>
        </p:nvSpPr>
        <p:spPr>
          <a:xfrm>
            <a:off x="793790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972503" y="424374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91" name="Google Shape;291;p14"/>
          <p:cNvSpPr/>
          <p:nvPr/>
        </p:nvSpPr>
        <p:spPr>
          <a:xfrm>
            <a:off x="1530906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Open Script</a:t>
            </a:r>
            <a:endParaRPr b="0" i="0" sz="2200" u="none" cap="none" strike="noStrike"/>
          </a:p>
        </p:txBody>
      </p:sp>
      <p:sp>
        <p:nvSpPr>
          <p:cNvPr id="292" name="Google Shape;292;p14"/>
          <p:cNvSpPr/>
          <p:nvPr/>
        </p:nvSpPr>
        <p:spPr>
          <a:xfrm>
            <a:off x="1530906" y="4649153"/>
            <a:ext cx="331243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Load your Python file in VSCode.</a:t>
            </a:r>
            <a:endParaRPr b="0" i="0" sz="175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5070157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5215414" y="4243745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95" name="Google Shape;295;p14"/>
          <p:cNvSpPr/>
          <p:nvPr/>
        </p:nvSpPr>
        <p:spPr>
          <a:xfrm>
            <a:off x="5807273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Click Run</a:t>
            </a:r>
            <a:endParaRPr b="0" i="0" sz="2200" u="none" cap="none" strike="noStrike"/>
          </a:p>
        </p:txBody>
      </p:sp>
      <p:sp>
        <p:nvSpPr>
          <p:cNvPr id="296" name="Google Shape;296;p14"/>
          <p:cNvSpPr/>
          <p:nvPr/>
        </p:nvSpPr>
        <p:spPr>
          <a:xfrm>
            <a:off x="5807273" y="4649153"/>
            <a:ext cx="331243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the "Run" button in VSCode to execute the script.</a:t>
            </a:r>
            <a:endParaRPr b="0" i="0" sz="1750" u="none" cap="none" strike="noStrike"/>
          </a:p>
        </p:txBody>
      </p:sp>
      <p:sp>
        <p:nvSpPr>
          <p:cNvPr id="297" name="Google Shape;297;p14"/>
          <p:cNvSpPr/>
          <p:nvPr/>
        </p:nvSpPr>
        <p:spPr>
          <a:xfrm>
            <a:off x="9346525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9495473" y="4243745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99" name="Google Shape;299;p14"/>
          <p:cNvSpPr/>
          <p:nvPr/>
        </p:nvSpPr>
        <p:spPr>
          <a:xfrm>
            <a:off x="10083641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View Output</a:t>
            </a:r>
            <a:endParaRPr b="0" i="0" sz="2200" u="none" cap="none" strike="noStrike"/>
          </a:p>
        </p:txBody>
      </p:sp>
      <p:sp>
        <p:nvSpPr>
          <p:cNvPr id="300" name="Google Shape;300;p14"/>
          <p:cNvSpPr/>
          <p:nvPr/>
        </p:nvSpPr>
        <p:spPr>
          <a:xfrm>
            <a:off x="10083641" y="4649153"/>
            <a:ext cx="331243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Check the integrated terminal for your script's output.</a:t>
            </a:r>
            <a:endParaRPr b="0" i="0" sz="1750" u="none" cap="none" strike="noStrike"/>
          </a:p>
        </p:txBody>
      </p:sp>
      <p:pic>
        <p:nvPicPr>
          <p:cNvPr descr="preencoded.png"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/>
          <p:nvPr/>
        </p:nvSpPr>
        <p:spPr>
          <a:xfrm>
            <a:off x="793790" y="213026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/>
          </a:p>
        </p:txBody>
      </p:sp>
      <p:sp>
        <p:nvSpPr>
          <p:cNvPr id="308" name="Google Shape;308;p15"/>
          <p:cNvSpPr/>
          <p:nvPr/>
        </p:nvSpPr>
        <p:spPr>
          <a:xfrm>
            <a:off x="793790" y="35478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972503" y="363283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310" name="Google Shape;310;p15"/>
          <p:cNvSpPr/>
          <p:nvPr/>
        </p:nvSpPr>
        <p:spPr>
          <a:xfrm>
            <a:off x="1530906" y="3547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Install Python</a:t>
            </a:r>
            <a:endParaRPr b="0" i="0" sz="2200" u="none" cap="none" strike="noStrike"/>
          </a:p>
        </p:txBody>
      </p:sp>
      <p:sp>
        <p:nvSpPr>
          <p:cNvPr id="311" name="Google Shape;311;p15"/>
          <p:cNvSpPr/>
          <p:nvPr/>
        </p:nvSpPr>
        <p:spPr>
          <a:xfrm>
            <a:off x="1530906" y="4038243"/>
            <a:ext cx="54506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Download and set up your Python environment.</a:t>
            </a:r>
            <a:endParaRPr b="0" i="0" sz="1750" u="none" cap="none" strike="noStrike"/>
          </a:p>
        </p:txBody>
      </p:sp>
      <p:sp>
        <p:nvSpPr>
          <p:cNvPr id="312" name="Google Shape;312;p15"/>
          <p:cNvSpPr/>
          <p:nvPr/>
        </p:nvSpPr>
        <p:spPr>
          <a:xfrm>
            <a:off x="7208401" y="35478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7353657" y="3632835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314" name="Google Shape;314;p15"/>
          <p:cNvSpPr/>
          <p:nvPr/>
        </p:nvSpPr>
        <p:spPr>
          <a:xfrm>
            <a:off x="7945517" y="3547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Configure VS Code</a:t>
            </a:r>
            <a:endParaRPr b="0" i="0" sz="2200" u="none" cap="none" strike="noStrike"/>
          </a:p>
        </p:txBody>
      </p:sp>
      <p:sp>
        <p:nvSpPr>
          <p:cNvPr id="315" name="Google Shape;315;p15"/>
          <p:cNvSpPr/>
          <p:nvPr/>
        </p:nvSpPr>
        <p:spPr>
          <a:xfrm>
            <a:off x="7945517" y="4038243"/>
            <a:ext cx="545068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Install Python extension and set up development environment.</a:t>
            </a:r>
            <a:endParaRPr b="0" i="0" sz="1750" u="none" cap="none" strike="noStrike"/>
          </a:p>
        </p:txBody>
      </p:sp>
      <p:sp>
        <p:nvSpPr>
          <p:cNvPr id="316" name="Google Shape;316;p15"/>
          <p:cNvSpPr/>
          <p:nvPr/>
        </p:nvSpPr>
        <p:spPr>
          <a:xfrm>
            <a:off x="793790" y="52460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942737" y="5331023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318" name="Google Shape;318;p15"/>
          <p:cNvSpPr/>
          <p:nvPr/>
        </p:nvSpPr>
        <p:spPr>
          <a:xfrm>
            <a:off x="1530906" y="52460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Create Python Files</a:t>
            </a:r>
            <a:endParaRPr b="0" i="0" sz="2200" u="none" cap="none" strike="noStrike"/>
          </a:p>
        </p:txBody>
      </p:sp>
      <p:sp>
        <p:nvSpPr>
          <p:cNvPr id="319" name="Google Shape;319;p15"/>
          <p:cNvSpPr/>
          <p:nvPr/>
        </p:nvSpPr>
        <p:spPr>
          <a:xfrm>
            <a:off x="1530906" y="5736431"/>
            <a:ext cx="54506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folders and write your first Python scripts.</a:t>
            </a:r>
            <a:endParaRPr b="0" i="0" sz="1750" u="none" cap="none" strike="noStrike"/>
          </a:p>
        </p:txBody>
      </p:sp>
      <p:sp>
        <p:nvSpPr>
          <p:cNvPr id="320" name="Google Shape;320;p15"/>
          <p:cNvSpPr/>
          <p:nvPr/>
        </p:nvSpPr>
        <p:spPr>
          <a:xfrm>
            <a:off x="7208401" y="52460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7350204" y="5331023"/>
            <a:ext cx="226576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322" name="Google Shape;322;p15"/>
          <p:cNvSpPr/>
          <p:nvPr/>
        </p:nvSpPr>
        <p:spPr>
          <a:xfrm>
            <a:off x="7945517" y="52460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Execute Programs</a:t>
            </a:r>
            <a:endParaRPr b="0" i="0" sz="2200" u="none" cap="none" strike="noStrike"/>
          </a:p>
        </p:txBody>
      </p:sp>
      <p:sp>
        <p:nvSpPr>
          <p:cNvPr id="323" name="Google Shape;323;p15"/>
          <p:cNvSpPr/>
          <p:nvPr/>
        </p:nvSpPr>
        <p:spPr>
          <a:xfrm>
            <a:off x="7945517" y="5736431"/>
            <a:ext cx="54506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 Python scripts from command line and VS Code.</a:t>
            </a:r>
            <a:endParaRPr b="0" i="0" sz="1750" u="none" cap="none" strike="noStrike"/>
          </a:p>
        </p:txBody>
      </p:sp>
      <p:pic>
        <p:nvPicPr>
          <p:cNvPr descr="preencoded.png" id="324" name="Google Shape;3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2025-01-20T11:04:52Z</dcterms:created>
  <dc:creator>PptxGenJS</dc:creator>
</cp:coreProperties>
</file>